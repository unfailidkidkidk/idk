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6" r:id="rId2"/>
    <p:sldId id="257" r:id="rId3"/>
    <p:sldId id="258" r:id="rId4"/>
    <p:sldId id="259" r:id="rId5"/>
    <p:sldId id="269" r:id="rId6"/>
    <p:sldId id="260" r:id="rId7"/>
    <p:sldId id="270" r:id="rId8"/>
    <p:sldId id="256" r:id="rId9"/>
    <p:sldId id="271" r:id="rId10"/>
    <p:sldId id="267" r:id="rId11"/>
    <p:sldId id="272" r:id="rId12"/>
    <p:sldId id="268" r:id="rId13"/>
    <p:sldId id="273" r:id="rId14"/>
    <p:sldId id="27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5" d="100"/>
          <a:sy n="55" d="100"/>
        </p:scale>
        <p:origin x="917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A68625-0316-4B08-BC7C-031A3144CDF0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509C0E-0A90-4118-81FD-7D80820E9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857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509C0E-0A90-4118-81FD-7D80820E978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284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8AAD3-37A2-636F-7F52-49693C3B0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23EF18-01C0-6156-6CEF-F4EAFF9531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F525F4-CD22-5CC6-0EB8-D447A48AD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88FBB-F8A6-4517-8424-440B6363D46E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E2963-64DE-5B19-3DD2-29210F1A6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295F5-2A6D-F7DB-5251-37C1FAC88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FD608-6AB6-4ABC-947E-E1F92C918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391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F2B02-0601-4BBE-8011-3AD886058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ED224-7D61-ED9E-D3A9-D8CCBC019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06D5D-BCA4-74C6-7C72-95CC1837D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88FBB-F8A6-4517-8424-440B6363D46E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126D38-157A-57A4-294B-5D68EEBB4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D7B22-284E-D884-558E-6D6A91145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FD608-6AB6-4ABC-947E-E1F92C918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547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E8453-8451-1CF7-51B5-A6D45E0A6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CCF235-7ED5-E2AB-4E1F-EF97F496AA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13563E-B0E1-83B9-7195-7C67526C8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88FBB-F8A6-4517-8424-440B6363D46E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F1907-E54F-AD8A-D3ED-5C6319274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E764C-0D53-7068-FBC6-67181B65E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FD608-6AB6-4ABC-947E-E1F92C918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318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CDE98-27B3-713B-52B3-C757738FE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0E7F5-776E-7ABB-4620-27A3E1A341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C890C4-105D-BF90-66E6-DE89DF1A0A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844793-A483-F4FD-773C-5241D62C3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88FBB-F8A6-4517-8424-440B6363D46E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1B22F3-723B-2D7B-DD0F-5E0BF37BE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AD782-761E-114C-6628-AB43D605B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FD608-6AB6-4ABC-947E-E1F92C918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004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E7FCF-87A5-57E2-9E06-6C19C651D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80A32A-5DEB-46F5-95D1-B160B5D313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F990BD-4739-0DF6-EABB-455010EBE6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3BDD14-D77C-D273-7FE2-EA0C424A77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C85691-6D8F-63E1-4DE3-5D443FB05D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77263E-2A74-4F35-500F-1F20F9971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88FBB-F8A6-4517-8424-440B6363D46E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D76DDB-B7DA-2CD2-F0A6-ED1BB0E29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804A1D-2CA2-117C-6711-1FD9BAAC1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FD608-6AB6-4ABC-947E-E1F92C918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621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55498-9DC1-A6A8-790B-6E4C0AF2D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5BCACE-85BE-F4CE-840D-72C56085F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88FBB-F8A6-4517-8424-440B6363D46E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61369A-F823-B339-621E-CCA85021F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9FA4F2-6607-0AC9-328A-F59D6999A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FD608-6AB6-4ABC-947E-E1F92C918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210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E5D1B4-8DA0-525A-259C-0B4964356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88FBB-F8A6-4517-8424-440B6363D46E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FBE2BD-2223-8AB6-44D3-A5D98BF79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05325D-3E46-F93A-4962-25D87A08D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FD608-6AB6-4ABC-947E-E1F92C918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699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93724-2CDA-A1FF-CBC4-4A471725D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FDDFF-102E-2BA4-B09B-570B55265A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20EC88-3F34-C5A2-1BFE-3B6C6FE2EA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E71BC6-B97C-3385-A332-9FD215B69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88FBB-F8A6-4517-8424-440B6363D46E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7B977E-1339-CE91-A06D-2DFD430E4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5AFF5F-E381-EC8B-494D-FDA7309D4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FD608-6AB6-4ABC-947E-E1F92C918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869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BEA88-EFB2-D907-CE6C-28735BD5B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24E4A5-3991-39E7-09A1-B6DC0A0749D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C45898-A84D-C79F-1946-C954B06291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BCA8E8-6859-9A04-FBE4-32FB00CFE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88FBB-F8A6-4517-8424-440B6363D46E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36D1C4-ACF6-A471-3FF0-8B7C67A79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3E7A3E-8BA8-99DE-3E57-9A447DE06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FD608-6AB6-4ABC-947E-E1F92C918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990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E3D4B-40B5-443E-08A6-A47A9EBD0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74A317-9533-0619-C297-1F1083221B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8400F-28C7-3FBA-0965-79FE47A70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88FBB-F8A6-4517-8424-440B6363D46E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4770EC-2386-CA85-9FBD-F4B7B78ED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D82A9-BE6B-708E-35E1-536086032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FD608-6AB6-4ABC-947E-E1F92C918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537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00741B-255C-A741-C2E9-DF1B64363F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0776C5-E1A7-0DDC-CFB2-5A8E0039B7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EEFA9-AD99-09AC-01C4-79B92A6C8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88FBB-F8A6-4517-8424-440B6363D46E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06AE34-6D1D-351C-5B67-E992C0087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C3E10-726C-7EA3-C37F-B400E96D9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FD608-6AB6-4ABC-947E-E1F92C918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977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39537A-85C7-2850-B3AE-4CA51DD74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F28BF5-FB22-00DC-3001-F171B163C0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00EE0-ECA8-BAAE-A177-AAE86A2671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A88FBB-F8A6-4517-8424-440B6363D46E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957CA-6545-6FEC-8723-0B2D42FED4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E6F34-50A1-A43D-D287-21A434FC2E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6FD608-6AB6-4ABC-947E-E1F92C918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592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4632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FD3CC-B96D-B8B5-442B-2F2A72DAE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Stunning 4K Ultra HD Wallpaper of Majestic Wind Turbines by Andrew Xu |  3840x2160 | Wallpaper Abyss">
            <a:extLst>
              <a:ext uri="{FF2B5EF4-FFF2-40B4-BE49-F238E27FC236}">
                <a16:creationId xmlns:a16="http://schemas.microsoft.com/office/drawing/2014/main" id="{24611D47-C17C-7DE8-C26A-BB8AB9761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0596" y="-135671"/>
            <a:ext cx="12433191" cy="699367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D5C7B31-12EF-EA14-C6BF-4431697F9153}"/>
              </a:ext>
            </a:extLst>
          </p:cNvPr>
          <p:cNvSpPr txBox="1"/>
          <p:nvPr/>
        </p:nvSpPr>
        <p:spPr>
          <a:xfrm>
            <a:off x="5594554" y="0"/>
            <a:ext cx="6420465" cy="212365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sz="4400" dirty="0">
                <a:ln w="15875">
                  <a:solidFill>
                    <a:schemeClr val="accent1">
                      <a:shade val="15000"/>
                    </a:schemeClr>
                  </a:solidFill>
                </a:ln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NĂNG LƯỢNG GIÓ:</a:t>
            </a:r>
            <a:br>
              <a:rPr lang="en-US" sz="4400" dirty="0">
                <a:ln w="15875">
                  <a:solidFill>
                    <a:schemeClr val="accent1">
                      <a:shade val="15000"/>
                    </a:schemeClr>
                  </a:solidFill>
                </a:ln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</a:br>
            <a:r>
              <a:rPr lang="en-US" sz="4400" dirty="0">
                <a:ln w="15875">
                  <a:solidFill>
                    <a:schemeClr val="accent1">
                      <a:shade val="15000"/>
                    </a:schemeClr>
                  </a:solidFill>
                </a:ln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SỨC MẠNH TỪ THIÊN NHIÊN</a:t>
            </a:r>
            <a:endParaRPr lang="en-US" sz="8800" dirty="0">
              <a:ln w="15875">
                <a:solidFill>
                  <a:schemeClr val="accent1">
                    <a:shade val="15000"/>
                  </a:schemeClr>
                </a:solidFill>
              </a:ln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BD5ECE-DA8D-8AE4-3C2D-C2997D957A64}"/>
              </a:ext>
            </a:extLst>
          </p:cNvPr>
          <p:cNvSpPr txBox="1"/>
          <p:nvPr/>
        </p:nvSpPr>
        <p:spPr>
          <a:xfrm>
            <a:off x="5603692" y="9138"/>
            <a:ext cx="6420465" cy="212365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sz="4400" dirty="0">
                <a:ln w="15875">
                  <a:solidFill>
                    <a:schemeClr val="accent1">
                      <a:shade val="15000"/>
                    </a:schemeClr>
                  </a:solidFill>
                </a:ln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NĂNG LƯỢNG GIÓ:</a:t>
            </a:r>
            <a:br>
              <a:rPr lang="en-US" sz="4400" dirty="0">
                <a:ln w="15875">
                  <a:solidFill>
                    <a:schemeClr val="accent1">
                      <a:shade val="15000"/>
                    </a:schemeClr>
                  </a:solidFill>
                </a:ln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</a:br>
            <a:r>
              <a:rPr lang="en-US" sz="4400" dirty="0">
                <a:ln w="15875">
                  <a:solidFill>
                    <a:schemeClr val="accent1">
                      <a:shade val="15000"/>
                    </a:schemeClr>
                  </a:solidFill>
                </a:ln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SỨC MẠNH TỪ THIÊN NHIÊN</a:t>
            </a:r>
            <a:endParaRPr lang="en-US" sz="8800" dirty="0">
              <a:ln w="15875">
                <a:solidFill>
                  <a:schemeClr val="accent1">
                    <a:shade val="15000"/>
                  </a:schemeClr>
                </a:solidFill>
              </a:ln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5041B6-2DBD-8E54-942C-15A9B464D538}"/>
              </a:ext>
            </a:extLst>
          </p:cNvPr>
          <p:cNvSpPr txBox="1"/>
          <p:nvPr/>
        </p:nvSpPr>
        <p:spPr>
          <a:xfrm>
            <a:off x="5606709" y="23375"/>
            <a:ext cx="6420465" cy="212365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sz="4400" dirty="0">
                <a:ln w="15875">
                  <a:solidFill>
                    <a:schemeClr val="accent1">
                      <a:shade val="15000"/>
                    </a:schemeClr>
                  </a:solidFill>
                </a:ln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NĂNG LƯỢNG GIÓ:</a:t>
            </a:r>
            <a:br>
              <a:rPr lang="en-US" sz="4400" dirty="0">
                <a:ln w="15875">
                  <a:solidFill>
                    <a:schemeClr val="accent1">
                      <a:shade val="15000"/>
                    </a:schemeClr>
                  </a:solidFill>
                </a:ln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</a:br>
            <a:r>
              <a:rPr lang="en-US" sz="4400" dirty="0">
                <a:ln w="15875">
                  <a:solidFill>
                    <a:schemeClr val="accent1">
                      <a:shade val="15000"/>
                    </a:schemeClr>
                  </a:solidFill>
                </a:ln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SỨC MẠNH TỪ THIÊN NHIÊN</a:t>
            </a:r>
            <a:endParaRPr lang="en-US" sz="8800" dirty="0">
              <a:ln w="15875">
                <a:solidFill>
                  <a:schemeClr val="accent1">
                    <a:shade val="15000"/>
                  </a:schemeClr>
                </a:solidFill>
              </a:ln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284DC8-BF76-1E2F-F635-CBFEF2547527}"/>
              </a:ext>
            </a:extLst>
          </p:cNvPr>
          <p:cNvSpPr txBox="1"/>
          <p:nvPr/>
        </p:nvSpPr>
        <p:spPr>
          <a:xfrm>
            <a:off x="5612319" y="28985"/>
            <a:ext cx="6420465" cy="212365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sz="4400" dirty="0">
                <a:ln w="15875">
                  <a:solidFill>
                    <a:schemeClr val="accent1">
                      <a:shade val="15000"/>
                    </a:schemeClr>
                  </a:solidFill>
                </a:ln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NĂNG LƯỢNG GIÓ:</a:t>
            </a:r>
            <a:br>
              <a:rPr lang="en-US" sz="4400" dirty="0">
                <a:ln w="15875">
                  <a:solidFill>
                    <a:schemeClr val="accent1">
                      <a:shade val="15000"/>
                    </a:schemeClr>
                  </a:solidFill>
                </a:ln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</a:br>
            <a:r>
              <a:rPr lang="en-US" sz="4400" dirty="0">
                <a:ln w="15875">
                  <a:solidFill>
                    <a:schemeClr val="accent1">
                      <a:shade val="15000"/>
                    </a:schemeClr>
                  </a:solidFill>
                </a:ln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SỨC MẠNH TỪ THIÊN NHIÊN</a:t>
            </a:r>
            <a:endParaRPr lang="en-US" sz="8800" dirty="0">
              <a:ln w="15875">
                <a:solidFill>
                  <a:schemeClr val="accent1">
                    <a:shade val="15000"/>
                  </a:schemeClr>
                </a:solidFill>
              </a:ln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860124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13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A6B55-00FE-94E0-6300-8C60BAC54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BCEC4726-6AA1-0E6C-5ED5-308F3E857F5D}"/>
              </a:ext>
            </a:extLst>
          </p:cNvPr>
          <p:cNvSpPr/>
          <p:nvPr/>
        </p:nvSpPr>
        <p:spPr>
          <a:xfrm>
            <a:off x="1642157" y="2016512"/>
            <a:ext cx="8907685" cy="221599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vi-VN" sz="13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</a:rPr>
              <a:t>Nội dung</a:t>
            </a:r>
            <a:endParaRPr lang="en-US" sz="138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2BD6908-A5D5-D0E9-5B3B-C53F2D873E60}"/>
              </a:ext>
            </a:extLst>
          </p:cNvPr>
          <p:cNvSpPr/>
          <p:nvPr/>
        </p:nvSpPr>
        <p:spPr>
          <a:xfrm>
            <a:off x="1062455" y="660703"/>
            <a:ext cx="2404541" cy="5536594"/>
          </a:xfrm>
          <a:prstGeom prst="roundRect">
            <a:avLst>
              <a:gd name="adj" fmla="val 50000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>
                <a:latin typeface="Segoe UI Black" panose="020B0A02040204020203" pitchFamily="34" charset="0"/>
                <a:ea typeface="Segoe UI Black" panose="020B0A02040204020203" pitchFamily="34" charset="0"/>
              </a:rPr>
              <a:t>1</a:t>
            </a:r>
            <a:endParaRPr lang="en-US" sz="72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 algn="ctr"/>
            <a:r>
              <a:rPr lang="vi-VN" sz="2800" dirty="0">
                <a:latin typeface="Bahnschrift SemiBold" panose="020B0502040204020203" pitchFamily="34" charset="0"/>
                <a:ea typeface="Segoe UI Black" panose="020B0A02040204020203" pitchFamily="34" charset="0"/>
              </a:rPr>
              <a:t>Năng lượng mặt trời là gì?</a:t>
            </a:r>
          </a:p>
          <a:p>
            <a:pPr algn="ctr"/>
            <a:endParaRPr lang="en-US" sz="3200" dirty="0">
              <a:latin typeface="Bahnschrift SemiBold" panose="020B05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AA3F1FA-A453-C213-099E-9F320146FECB}"/>
              </a:ext>
            </a:extLst>
          </p:cNvPr>
          <p:cNvSpPr/>
          <p:nvPr/>
        </p:nvSpPr>
        <p:spPr>
          <a:xfrm>
            <a:off x="2929184" y="660703"/>
            <a:ext cx="2404541" cy="5536594"/>
          </a:xfrm>
          <a:prstGeom prst="roundRect">
            <a:avLst>
              <a:gd name="adj" fmla="val 50000"/>
            </a:avLst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>
                <a:latin typeface="Segoe UI Black" panose="020B0A02040204020203" pitchFamily="34" charset="0"/>
                <a:ea typeface="Segoe UI Black" panose="020B0A02040204020203" pitchFamily="34" charset="0"/>
              </a:rPr>
              <a:t>2</a:t>
            </a:r>
          </a:p>
          <a:p>
            <a:pPr algn="ctr"/>
            <a:r>
              <a:rPr lang="en-US" sz="2800" dirty="0" err="1">
                <a:latin typeface="Bahnschrift SemiBold" panose="020B0502040204020203" pitchFamily="34" charset="0"/>
                <a:ea typeface="Segoe UI Black" panose="020B0A02040204020203" pitchFamily="34" charset="0"/>
              </a:rPr>
              <a:t>Điện</a:t>
            </a:r>
            <a:r>
              <a:rPr lang="en-US" sz="2800" dirty="0">
                <a:latin typeface="Bahnschrift SemiBold" panose="020B0502040204020203" pitchFamily="34" charset="0"/>
                <a:ea typeface="Segoe UI Black" panose="020B0A02040204020203" pitchFamily="34" charset="0"/>
              </a:rPr>
              <a:t> </a:t>
            </a:r>
            <a:r>
              <a:rPr lang="en-US" sz="2800" dirty="0" err="1">
                <a:latin typeface="Bahnschrift SemiBold" panose="020B0502040204020203" pitchFamily="34" charset="0"/>
                <a:ea typeface="Segoe UI Black" panose="020B0A02040204020203" pitchFamily="34" charset="0"/>
              </a:rPr>
              <a:t>địa</a:t>
            </a:r>
            <a:r>
              <a:rPr lang="en-US" sz="2800" dirty="0">
                <a:latin typeface="Bahnschrift SemiBold" panose="020B0502040204020203" pitchFamily="34" charset="0"/>
                <a:ea typeface="Segoe UI Black" panose="020B0A02040204020203" pitchFamily="34" charset="0"/>
              </a:rPr>
              <a:t> </a:t>
            </a:r>
            <a:r>
              <a:rPr lang="en-US" sz="2800" dirty="0" err="1">
                <a:latin typeface="Bahnschrift SemiBold" panose="020B0502040204020203" pitchFamily="34" charset="0"/>
                <a:ea typeface="Segoe UI Black" panose="020B0A02040204020203" pitchFamily="34" charset="0"/>
              </a:rPr>
              <a:t>phương</a:t>
            </a:r>
            <a:r>
              <a:rPr lang="en-US" sz="2800" dirty="0">
                <a:latin typeface="Bahnschrift SemiBold" panose="020B0502040204020203" pitchFamily="34" charset="0"/>
                <a:ea typeface="Segoe UI Black" panose="020B0A02040204020203" pitchFamily="34" charset="0"/>
              </a:rPr>
              <a:t> </a:t>
            </a:r>
            <a:r>
              <a:rPr lang="en-US" sz="2800" dirty="0" err="1">
                <a:latin typeface="Bahnschrift SemiBold" panose="020B0502040204020203" pitchFamily="34" charset="0"/>
                <a:ea typeface="Segoe UI Black" panose="020B0A02040204020203" pitchFamily="34" charset="0"/>
              </a:rPr>
              <a:t>từ</a:t>
            </a:r>
            <a:r>
              <a:rPr lang="en-US" sz="2800" dirty="0">
                <a:latin typeface="Bahnschrift SemiBold" panose="020B0502040204020203" pitchFamily="34" charset="0"/>
                <a:ea typeface="Segoe UI Black" panose="020B0A02040204020203" pitchFamily="34" charset="0"/>
              </a:rPr>
              <a:t> </a:t>
            </a:r>
            <a:r>
              <a:rPr lang="en-US" sz="2800" dirty="0" err="1">
                <a:latin typeface="Bahnschrift SemiBold" panose="020B0502040204020203" pitchFamily="34" charset="0"/>
                <a:ea typeface="Segoe UI Black" panose="020B0A02040204020203" pitchFamily="34" charset="0"/>
              </a:rPr>
              <a:t>đâu</a:t>
            </a:r>
            <a:r>
              <a:rPr lang="en-US" sz="2800" dirty="0">
                <a:latin typeface="Bahnschrift SemiBold" panose="020B0502040204020203" pitchFamily="34" charset="0"/>
                <a:ea typeface="Segoe UI Black" panose="020B0A02040204020203" pitchFamily="34" charset="0"/>
              </a:rPr>
              <a:t>?</a:t>
            </a:r>
            <a:endParaRPr lang="vi-VN" sz="2800" dirty="0">
              <a:latin typeface="Bahnschrift SemiBold" panose="020B0502040204020203" pitchFamily="34" charset="0"/>
              <a:ea typeface="Segoe UI Black" panose="020B0A02040204020203" pitchFamily="34" charset="0"/>
            </a:endParaRPr>
          </a:p>
          <a:p>
            <a:pPr algn="ctr"/>
            <a:endParaRPr lang="vi-VN" sz="3200" dirty="0">
              <a:latin typeface="Bahnschrift SemiBold" panose="020B0502040204020203" pitchFamily="34" charset="0"/>
              <a:ea typeface="Segoe UI Black" panose="020B0A02040204020203" pitchFamily="34" charset="0"/>
            </a:endParaRPr>
          </a:p>
          <a:p>
            <a:pPr algn="ctr"/>
            <a:endParaRPr lang="en-US" sz="3200" dirty="0">
              <a:latin typeface="Bahnschrift SemiBold" panose="020B05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09E6DC2-884F-4935-93DB-5A33073D7A20}"/>
              </a:ext>
            </a:extLst>
          </p:cNvPr>
          <p:cNvSpPr/>
          <p:nvPr/>
        </p:nvSpPr>
        <p:spPr>
          <a:xfrm>
            <a:off x="4893731" y="660703"/>
            <a:ext cx="2404541" cy="5536594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>
                <a:latin typeface="Segoe UI Black" panose="020B0A02040204020203" pitchFamily="34" charset="0"/>
                <a:ea typeface="Segoe UI Black" panose="020B0A02040204020203" pitchFamily="34" charset="0"/>
              </a:rPr>
              <a:t>3</a:t>
            </a:r>
          </a:p>
          <a:p>
            <a:pPr algn="ctr"/>
            <a:r>
              <a:rPr lang="vi-VN" sz="2800" dirty="0">
                <a:latin typeface="Bahnschrift SemiBold" panose="020B0502040204020203" pitchFamily="34" charset="0"/>
              </a:rPr>
              <a:t>Ưu,</a:t>
            </a:r>
            <a:r>
              <a:rPr lang="en-US" sz="2800" dirty="0">
                <a:latin typeface="Bahnschrift SemiBold" panose="020B0502040204020203" pitchFamily="34" charset="0"/>
              </a:rPr>
              <a:t> </a:t>
            </a:r>
            <a:r>
              <a:rPr lang="en-US" sz="2800" dirty="0" err="1">
                <a:latin typeface="Bahnschrift SemiBold" panose="020B0502040204020203" pitchFamily="34" charset="0"/>
              </a:rPr>
              <a:t>nhược</a:t>
            </a:r>
            <a:r>
              <a:rPr lang="en-US" sz="2800" dirty="0">
                <a:latin typeface="Bahnschrift SemiBold" panose="020B0502040204020203" pitchFamily="34" charset="0"/>
              </a:rPr>
              <a:t> </a:t>
            </a:r>
            <a:r>
              <a:rPr lang="en-US" sz="2800" dirty="0" err="1">
                <a:latin typeface="Bahnschrift SemiBold" panose="020B0502040204020203" pitchFamily="34" charset="0"/>
              </a:rPr>
              <a:t>điểm</a:t>
            </a:r>
            <a:r>
              <a:rPr lang="vi-VN" sz="2800" dirty="0">
                <a:latin typeface="Bahnschrift SemiBold" panose="020B0502040204020203" pitchFamily="34" charset="0"/>
              </a:rPr>
              <a:t> của năng lượng </a:t>
            </a:r>
            <a:r>
              <a:rPr lang="en-US" sz="2800" dirty="0" err="1">
                <a:latin typeface="Bahnschrift SemiBold" panose="020B0502040204020203" pitchFamily="34" charset="0"/>
              </a:rPr>
              <a:t>gió</a:t>
            </a:r>
            <a:r>
              <a:rPr lang="en-US" sz="2800" dirty="0">
                <a:latin typeface="Bahnschrift SemiBold" panose="020B0502040204020203" pitchFamily="34" charset="0"/>
              </a:rPr>
              <a:t>?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3111CEA-5DBA-0D7E-3F9E-37B524DF3E4E}"/>
              </a:ext>
            </a:extLst>
          </p:cNvPr>
          <p:cNvSpPr/>
          <p:nvPr/>
        </p:nvSpPr>
        <p:spPr>
          <a:xfrm>
            <a:off x="6931146" y="660703"/>
            <a:ext cx="2404541" cy="5536594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>
                <a:latin typeface="Segoe UI Black" panose="020B0A02040204020203" pitchFamily="34" charset="0"/>
                <a:ea typeface="Segoe UI Black" panose="020B0A02040204020203" pitchFamily="34" charset="0"/>
              </a:rPr>
              <a:t>4</a:t>
            </a:r>
            <a:endParaRPr lang="vi-VN" sz="8000" dirty="0"/>
          </a:p>
          <a:p>
            <a:pPr algn="ctr"/>
            <a:r>
              <a:rPr lang="vi-VN" sz="2800" dirty="0">
                <a:latin typeface="Bahnschrift SemiBold" panose="020B0502040204020203" pitchFamily="34" charset="0"/>
              </a:rPr>
              <a:t>Nên t</a:t>
            </a:r>
            <a:r>
              <a:rPr lang="en-US" sz="2800" dirty="0">
                <a:latin typeface="Bahnschrift SemiBold" panose="020B0502040204020203" pitchFamily="34" charset="0"/>
              </a:rPr>
              <a:t>hay </a:t>
            </a:r>
            <a:r>
              <a:rPr lang="en-US" sz="2800" dirty="0" err="1">
                <a:latin typeface="Bahnschrift SemiBold" panose="020B0502040204020203" pitchFamily="34" charset="0"/>
              </a:rPr>
              <a:t>thế</a:t>
            </a:r>
            <a:r>
              <a:rPr lang="en-US" sz="2800" dirty="0">
                <a:latin typeface="Bahnschrift SemiBold" panose="020B0502040204020203" pitchFamily="34" charset="0"/>
              </a:rPr>
              <a:t> </a:t>
            </a:r>
            <a:r>
              <a:rPr lang="en-US" sz="2800" dirty="0" err="1">
                <a:latin typeface="Bahnschrift SemiBold" panose="020B0502040204020203" pitchFamily="34" charset="0"/>
              </a:rPr>
              <a:t>xăng</a:t>
            </a:r>
            <a:r>
              <a:rPr lang="en-US" sz="2800" dirty="0">
                <a:latin typeface="Bahnschrift SemiBold" panose="020B0502040204020203" pitchFamily="34" charset="0"/>
              </a:rPr>
              <a:t> </a:t>
            </a:r>
            <a:r>
              <a:rPr lang="en-US" sz="2800" dirty="0" err="1">
                <a:latin typeface="Bahnschrift SemiBold" panose="020B0502040204020203" pitchFamily="34" charset="0"/>
              </a:rPr>
              <a:t>dầu</a:t>
            </a:r>
            <a:r>
              <a:rPr lang="en-US" sz="2800" dirty="0">
                <a:latin typeface="Bahnschrift SemiBold" panose="020B0502040204020203" pitchFamily="34" charset="0"/>
              </a:rPr>
              <a:t> </a:t>
            </a:r>
            <a:r>
              <a:rPr lang="en-US" sz="2800" dirty="0" err="1">
                <a:latin typeface="Bahnschrift SemiBold" panose="020B0502040204020203" pitchFamily="34" charset="0"/>
              </a:rPr>
              <a:t>bằng</a:t>
            </a:r>
            <a:r>
              <a:rPr lang="en-US" sz="2800" dirty="0">
                <a:latin typeface="Bahnschrift SemiBold" panose="020B0502040204020203" pitchFamily="34" charset="0"/>
              </a:rPr>
              <a:t> </a:t>
            </a:r>
            <a:r>
              <a:rPr lang="en-US" sz="2800" dirty="0" err="1">
                <a:latin typeface="Bahnschrift SemiBold" panose="020B0502040204020203" pitchFamily="34" charset="0"/>
              </a:rPr>
              <a:t>gì</a:t>
            </a:r>
            <a:r>
              <a:rPr lang="en-US" sz="2800" dirty="0">
                <a:latin typeface="Bahnschrift SemiBold" panose="020B0502040204020203" pitchFamily="34" charset="0"/>
              </a:rPr>
              <a:t>?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C3D7AB7-32DD-B924-9A1A-100351841A60}"/>
              </a:ext>
            </a:extLst>
          </p:cNvPr>
          <p:cNvSpPr/>
          <p:nvPr/>
        </p:nvSpPr>
        <p:spPr>
          <a:xfrm>
            <a:off x="8895692" y="660703"/>
            <a:ext cx="2404541" cy="5536594"/>
          </a:xfrm>
          <a:prstGeom prst="roundRect">
            <a:avLst>
              <a:gd name="adj" fmla="val 50000"/>
            </a:avLst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3200" dirty="0">
              <a:latin typeface="Bahnschrift SemiBold" panose="020B0502040204020203" pitchFamily="34" charset="0"/>
            </a:endParaRPr>
          </a:p>
          <a:p>
            <a:pPr algn="ctr"/>
            <a:endParaRPr lang="vi-VN" sz="3200" dirty="0">
              <a:latin typeface="Bahnschrift SemiBold" panose="020B0502040204020203" pitchFamily="34" charset="0"/>
            </a:endParaRPr>
          </a:p>
          <a:p>
            <a:pPr algn="ctr"/>
            <a:endParaRPr lang="vi-VN" sz="3200" dirty="0">
              <a:latin typeface="Bahnschrift SemiBold" panose="020B0502040204020203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7C03830-5E64-F1A0-B282-7CB908E2E3C2}"/>
              </a:ext>
            </a:extLst>
          </p:cNvPr>
          <p:cNvSpPr/>
          <p:nvPr/>
        </p:nvSpPr>
        <p:spPr>
          <a:xfrm>
            <a:off x="9042783" y="1370183"/>
            <a:ext cx="2110358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vi-VN" sz="54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</a:rPr>
              <a:t>Câu hỏi</a:t>
            </a:r>
            <a:endParaRPr lang="en-US" sz="54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E9A4FE5-DB9D-040C-A9C0-E9277A10BEA8}"/>
              </a:ext>
            </a:extLst>
          </p:cNvPr>
          <p:cNvSpPr/>
          <p:nvPr/>
        </p:nvSpPr>
        <p:spPr>
          <a:xfrm>
            <a:off x="9088954" y="1585626"/>
            <a:ext cx="2110358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0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</a:rPr>
              <a:t>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F9641C5-1D4B-34DA-3327-C0A61D5015DD}"/>
              </a:ext>
            </a:extLst>
          </p:cNvPr>
          <p:cNvSpPr/>
          <p:nvPr/>
        </p:nvSpPr>
        <p:spPr>
          <a:xfrm>
            <a:off x="9139815" y="2737299"/>
            <a:ext cx="1916294" cy="181588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dirty="0" err="1">
                <a:solidFill>
                  <a:schemeClr val="bg1"/>
                </a:solidFill>
                <a:latin typeface="Bahnschrift SemiBold" panose="020B0502040204020203" pitchFamily="34" charset="0"/>
              </a:rPr>
              <a:t>Chọn</a:t>
            </a:r>
            <a:r>
              <a:rPr lang="en-US" sz="2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Bahnschrift SemiBold" panose="020B0502040204020203" pitchFamily="34" charset="0"/>
              </a:rPr>
              <a:t>thiết</a:t>
            </a:r>
            <a:r>
              <a:rPr lang="en-US" sz="2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Bahnschrift SemiBold" panose="020B0502040204020203" pitchFamily="34" charset="0"/>
              </a:rPr>
              <a:t>kế</a:t>
            </a:r>
            <a:r>
              <a:rPr lang="en-US" sz="2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Bahnschrift SemiBold" panose="020B0502040204020203" pitchFamily="34" charset="0"/>
              </a:rPr>
              <a:t>nhà</a:t>
            </a:r>
            <a:r>
              <a:rPr lang="en-US" sz="2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Bahnschrift SemiBold" panose="020B0502040204020203" pitchFamily="34" charset="0"/>
              </a:rPr>
              <a:t>máy</a:t>
            </a:r>
            <a:r>
              <a:rPr lang="vi-VN" sz="2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 như thế</a:t>
            </a:r>
            <a:r>
              <a:rPr lang="en-US" sz="2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Bahnschrift SemiBold" panose="020B0502040204020203" pitchFamily="34" charset="0"/>
              </a:rPr>
              <a:t>nào</a:t>
            </a:r>
            <a:r>
              <a:rPr lang="en-US" sz="2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238912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093 0 L 1.25E-6 0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08" y="0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2799 0 L 0 0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406" y="0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8815 0 L 4.375E-6 0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297" y="0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64231 0 L 2.91667E-6 0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12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500"/>
                            </p:stCondLst>
                            <p:childTnLst>
                              <p:par>
                                <p:cTn id="50" presetID="42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0 L -0.00013 0.0662 " pathEditMode="relative" rAng="0" ptsTypes="AA">
                                      <p:cBhvr>
                                        <p:cTn id="51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3310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42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0 L 0.00065 0.06343 " pathEditMode="relative" rAng="0" ptsTypes="AA">
                                      <p:cBhvr>
                                        <p:cTn id="53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3171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64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0 L 4.79167E-6 -0.07593 " pathEditMode="relative" rAng="0" ptsTypes="AA">
                                      <p:cBhvr>
                                        <p:cTn id="55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796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64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07593 " pathEditMode="relative" rAng="0" ptsTypes="AA">
                                      <p:cBhvr>
                                        <p:cTn id="57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796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64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0 L -0.00261 -0.07593 " pathEditMode="relative" rAng="0" ptsTypes="AA">
                                      <p:cBhvr>
                                        <p:cTn id="59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0" y="-3796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3.7037E-6 L -0.00052 -0.07084 " pathEditMode="relative" rAng="0" ptsTypes="AA">
                                      <p:cBhvr>
                                        <p:cTn id="61" dur="1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-3542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1.48148E-6 L 0.0004 -0.05208 " pathEditMode="relative" rAng="0" ptsTypes="AA">
                                      <p:cBhvr>
                                        <p:cTn id="63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-26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  <p:bldP spid="19" grpId="2" animBg="1"/>
      <p:bldP spid="19" grpId="3" animBg="1"/>
      <p:bldP spid="7" grpId="0" animBg="1"/>
      <p:bldP spid="7" grpId="1" animBg="1"/>
      <p:bldP spid="7" grpId="2" animBg="1"/>
      <p:bldP spid="7" grpId="3" animBg="1"/>
      <p:bldP spid="15" grpId="0" animBg="1"/>
      <p:bldP spid="15" grpId="1" animBg="1"/>
      <p:bldP spid="15" grpId="2" animBg="1"/>
      <p:bldP spid="15" grpId="3" animBg="1"/>
      <p:bldP spid="17" grpId="0" animBg="1"/>
      <p:bldP spid="17" grpId="1" animBg="1"/>
      <p:bldP spid="17" grpId="2" animBg="1"/>
      <p:bldP spid="17" grpId="3" animBg="1"/>
      <p:bldP spid="21" grpId="0" animBg="1"/>
      <p:bldP spid="21" grpId="1" animBg="1"/>
      <p:bldP spid="21" grpId="2" animBg="1"/>
      <p:bldP spid="25" grpId="0"/>
      <p:bldP spid="25" grpId="1"/>
      <p:bldP spid="27" grpId="0"/>
      <p:bldP spid="27" grpId="1"/>
      <p:bldP spid="28" grpId="0"/>
      <p:bldP spid="28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103951-56BE-E2FF-B8BC-2237763BE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Box 76">
            <a:extLst>
              <a:ext uri="{FF2B5EF4-FFF2-40B4-BE49-F238E27FC236}">
                <a16:creationId xmlns:a16="http://schemas.microsoft.com/office/drawing/2014/main" id="{68E83A23-EFCE-DFCF-1D7C-223509AF2B38}"/>
              </a:ext>
            </a:extLst>
          </p:cNvPr>
          <p:cNvSpPr txBox="1"/>
          <p:nvPr/>
        </p:nvSpPr>
        <p:spPr>
          <a:xfrm>
            <a:off x="2217174" y="1582340"/>
            <a:ext cx="775765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8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1</a:t>
            </a:r>
            <a:endParaRPr lang="en-US" sz="11500"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 algn="ctr"/>
            <a:r>
              <a:rPr lang="vi-VN" sz="4800" dirty="0">
                <a:solidFill>
                  <a:schemeClr val="bg1"/>
                </a:solidFill>
                <a:latin typeface="Bahnschrift SemiBold" panose="020B0502040204020203" pitchFamily="34" charset="0"/>
                <a:ea typeface="Segoe UI Black" panose="020B0A02040204020203" pitchFamily="34" charset="0"/>
              </a:rPr>
              <a:t>Năng lượng mặt trời là gì?</a:t>
            </a:r>
          </a:p>
          <a:p>
            <a:pPr algn="ctr"/>
            <a:endParaRPr lang="en-US" sz="4800" dirty="0">
              <a:solidFill>
                <a:schemeClr val="bg1"/>
              </a:solidFill>
              <a:latin typeface="Bahnschrift SemiBold" panose="020B0502040204020203" pitchFamily="34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282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12316-1CA2-4FDE-3AE6-4AD8B591C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EAA79-E838-FE36-EE43-08FB28943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Fundamentals of Wind Turbines | Wind Systems Magazine">
            <a:extLst>
              <a:ext uri="{FF2B5EF4-FFF2-40B4-BE49-F238E27FC236}">
                <a16:creationId xmlns:a16="http://schemas.microsoft.com/office/drawing/2014/main" id="{56774553-A530-5325-A2A2-F133F708D8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552" b="1612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6" name="Rectangle: Rounded Corners 5">
            <a:extLst>
              <a:ext uri="{FF2B5EF4-FFF2-40B4-BE49-F238E27FC236}">
                <a16:creationId xmlns:a16="http://schemas.microsoft.com/office/drawing/2014/main" id="{22416608-11F8-85BA-C415-35FF8DD6F31E}"/>
              </a:ext>
            </a:extLst>
          </p:cNvPr>
          <p:cNvSpPr/>
          <p:nvPr/>
        </p:nvSpPr>
        <p:spPr>
          <a:xfrm>
            <a:off x="678873" y="365125"/>
            <a:ext cx="5417127" cy="593869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1. Năng lượng măt trời là gì?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983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BE7A9A-C44D-143A-62F4-FF045EB8F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41CC1D4-6A8D-754A-D4BB-1AD42B161A78}"/>
              </a:ext>
            </a:extLst>
          </p:cNvPr>
          <p:cNvSpPr txBox="1"/>
          <p:nvPr/>
        </p:nvSpPr>
        <p:spPr>
          <a:xfrm>
            <a:off x="2217174" y="1582340"/>
            <a:ext cx="775765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138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2</a:t>
            </a:r>
            <a:endParaRPr lang="en-US" sz="11500"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 algn="ctr"/>
            <a:r>
              <a:rPr lang="vi-VN" sz="4800" dirty="0">
                <a:solidFill>
                  <a:schemeClr val="bg1"/>
                </a:solidFill>
                <a:latin typeface="Bahnschrift SemiBold" panose="020B0502040204020203" pitchFamily="34" charset="0"/>
                <a:ea typeface="Segoe UI Black" panose="020B0A02040204020203" pitchFamily="34" charset="0"/>
              </a:rPr>
              <a:t>Năng lượng mặt trời là gì?</a:t>
            </a:r>
          </a:p>
          <a:p>
            <a:pPr algn="ctr"/>
            <a:endParaRPr lang="en-US" sz="4800" dirty="0">
              <a:solidFill>
                <a:schemeClr val="bg1"/>
              </a:solidFill>
              <a:latin typeface="Bahnschrift SemiBold" panose="020B0502040204020203" pitchFamily="34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8208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ll Turbines Installed at Poland's First Offshore Wind Farm - Offshore Wind">
            <a:extLst>
              <a:ext uri="{FF2B5EF4-FFF2-40B4-BE49-F238E27FC236}">
                <a16:creationId xmlns:a16="http://schemas.microsoft.com/office/drawing/2014/main" id="{11978B98-CA69-89ED-4341-8F3874854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35527"/>
            <a:ext cx="12192000" cy="811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905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2E6753E-3BB1-BB50-D9D7-CF619B24EE12}"/>
              </a:ext>
            </a:extLst>
          </p:cNvPr>
          <p:cNvSpPr txBox="1"/>
          <p:nvPr/>
        </p:nvSpPr>
        <p:spPr>
          <a:xfrm>
            <a:off x="2217174" y="1582340"/>
            <a:ext cx="7757652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138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3</a:t>
            </a:r>
            <a:endParaRPr lang="en-US" sz="13800"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 algn="ctr"/>
            <a:r>
              <a:rPr lang="en-US" sz="5400" dirty="0" err="1">
                <a:solidFill>
                  <a:schemeClr val="bg1"/>
                </a:solidFill>
                <a:latin typeface="Bahnschrift SemiBold" panose="020B0502040204020203" pitchFamily="34" charset="0"/>
              </a:rPr>
              <a:t>Ưu</a:t>
            </a:r>
            <a:r>
              <a:rPr lang="en-US" sz="5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 </a:t>
            </a:r>
            <a:r>
              <a:rPr lang="en-US" sz="5400" dirty="0" err="1">
                <a:solidFill>
                  <a:schemeClr val="bg1"/>
                </a:solidFill>
                <a:latin typeface="Bahnschrift SemiBold" panose="020B0502040204020203" pitchFamily="34" charset="0"/>
              </a:rPr>
              <a:t>nhược</a:t>
            </a:r>
            <a:r>
              <a:rPr lang="en-US" sz="5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 </a:t>
            </a:r>
            <a:r>
              <a:rPr lang="en-US" sz="5400" dirty="0" err="1">
                <a:solidFill>
                  <a:schemeClr val="bg1"/>
                </a:solidFill>
                <a:latin typeface="Bahnschrift SemiBold" panose="020B0502040204020203" pitchFamily="34" charset="0"/>
              </a:rPr>
              <a:t>điểm</a:t>
            </a:r>
            <a:r>
              <a:rPr lang="vi-VN" sz="5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 của năng lượng </a:t>
            </a:r>
            <a:r>
              <a:rPr lang="en-US" sz="5400" dirty="0" err="1">
                <a:solidFill>
                  <a:schemeClr val="bg1"/>
                </a:solidFill>
                <a:latin typeface="Bahnschrift SemiBold" panose="020B0502040204020203" pitchFamily="34" charset="0"/>
              </a:rPr>
              <a:t>gió</a:t>
            </a:r>
            <a:r>
              <a:rPr lang="en-US" sz="5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?</a:t>
            </a:r>
          </a:p>
          <a:p>
            <a:pPr algn="ctr"/>
            <a:endParaRPr lang="en-US" sz="5400" dirty="0">
              <a:solidFill>
                <a:schemeClr val="bg1"/>
              </a:solidFill>
              <a:latin typeface="Bahnschrift SemiBold" panose="020B0502040204020203" pitchFamily="34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6654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5 things you should know about wind energy - European Commission">
            <a:extLst>
              <a:ext uri="{FF2B5EF4-FFF2-40B4-BE49-F238E27FC236}">
                <a16:creationId xmlns:a16="http://schemas.microsoft.com/office/drawing/2014/main" id="{B9BD9E0A-C6F4-6DE3-1C60-82F4ECDF1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15637"/>
            <a:ext cx="12192000" cy="813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962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A91C097-6A53-ACB4-A199-D899826890E3}"/>
              </a:ext>
            </a:extLst>
          </p:cNvPr>
          <p:cNvSpPr txBox="1"/>
          <p:nvPr/>
        </p:nvSpPr>
        <p:spPr>
          <a:xfrm>
            <a:off x="2217174" y="1582340"/>
            <a:ext cx="7757652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138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4</a:t>
            </a:r>
            <a:endParaRPr lang="en-US" sz="11500"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 algn="ctr"/>
            <a:r>
              <a:rPr lang="vi-VN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Nên t</a:t>
            </a:r>
            <a:r>
              <a:rPr lang="en-US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hay </a:t>
            </a:r>
            <a:r>
              <a:rPr lang="en-US" sz="4800" dirty="0" err="1">
                <a:solidFill>
                  <a:schemeClr val="bg1"/>
                </a:solidFill>
                <a:latin typeface="Bahnschrift SemiBold" panose="020B0502040204020203" pitchFamily="34" charset="0"/>
              </a:rPr>
              <a:t>thế</a:t>
            </a:r>
            <a:r>
              <a:rPr lang="en-US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latin typeface="Bahnschrift SemiBold" panose="020B0502040204020203" pitchFamily="34" charset="0"/>
              </a:rPr>
              <a:t>xăng</a:t>
            </a:r>
            <a:r>
              <a:rPr lang="en-US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latin typeface="Bahnschrift SemiBold" panose="020B0502040204020203" pitchFamily="34" charset="0"/>
              </a:rPr>
              <a:t>dầu</a:t>
            </a:r>
            <a:r>
              <a:rPr lang="en-US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latin typeface="Bahnschrift SemiBold" panose="020B0502040204020203" pitchFamily="34" charset="0"/>
              </a:rPr>
              <a:t>bằng</a:t>
            </a:r>
            <a:r>
              <a:rPr lang="en-US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latin typeface="Bahnschrift SemiBold" panose="020B0502040204020203" pitchFamily="34" charset="0"/>
              </a:rPr>
              <a:t>gì</a:t>
            </a:r>
            <a:r>
              <a:rPr lang="en-US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?</a:t>
            </a:r>
          </a:p>
          <a:p>
            <a:pPr algn="ctr"/>
            <a:endParaRPr lang="en-US" sz="4800" dirty="0">
              <a:solidFill>
                <a:schemeClr val="bg1"/>
              </a:solidFill>
              <a:latin typeface="Bahnschrift SemiBold" panose="020B0502040204020203" pitchFamily="34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445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dvancements in wind turbine technology in the US - REGlobal - Tech Talk">
            <a:extLst>
              <a:ext uri="{FF2B5EF4-FFF2-40B4-BE49-F238E27FC236}">
                <a16:creationId xmlns:a16="http://schemas.microsoft.com/office/drawing/2014/main" id="{BEB823A2-35FA-4172-35D1-B31107E70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1672"/>
            <a:ext cx="12192000" cy="8201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07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54E6167-2354-53EF-50BB-4615029335FB}"/>
              </a:ext>
            </a:extLst>
          </p:cNvPr>
          <p:cNvSpPr txBox="1"/>
          <p:nvPr/>
        </p:nvSpPr>
        <p:spPr>
          <a:xfrm>
            <a:off x="2217174" y="1582340"/>
            <a:ext cx="7757652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138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5</a:t>
            </a:r>
            <a:endParaRPr lang="en-US" sz="11500"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 algn="ctr"/>
            <a:r>
              <a:rPr lang="en-US" sz="4800" dirty="0" err="1">
                <a:solidFill>
                  <a:schemeClr val="bg1"/>
                </a:solidFill>
                <a:latin typeface="Bahnschrift SemiBold" panose="020B0502040204020203" pitchFamily="34" charset="0"/>
              </a:rPr>
              <a:t>Chọn</a:t>
            </a:r>
            <a:r>
              <a:rPr lang="en-US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latin typeface="Bahnschrift SemiBold" panose="020B0502040204020203" pitchFamily="34" charset="0"/>
              </a:rPr>
              <a:t>thiết</a:t>
            </a:r>
            <a:r>
              <a:rPr lang="en-US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latin typeface="Bahnschrift SemiBold" panose="020B0502040204020203" pitchFamily="34" charset="0"/>
              </a:rPr>
              <a:t>kế</a:t>
            </a:r>
            <a:r>
              <a:rPr lang="en-US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latin typeface="Bahnschrift SemiBold" panose="020B0502040204020203" pitchFamily="34" charset="0"/>
              </a:rPr>
              <a:t>nhà</a:t>
            </a:r>
            <a:r>
              <a:rPr lang="en-US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latin typeface="Bahnschrift SemiBold" panose="020B0502040204020203" pitchFamily="34" charset="0"/>
              </a:rPr>
              <a:t>máy</a:t>
            </a:r>
            <a:r>
              <a:rPr lang="vi-VN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 như thế nào</a:t>
            </a:r>
            <a:r>
              <a:rPr lang="en-US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latin typeface="Bahnschrift SemiBold" panose="020B0502040204020203" pitchFamily="34" charset="0"/>
              </a:rPr>
              <a:t>nào</a:t>
            </a:r>
            <a:r>
              <a:rPr lang="en-US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?</a:t>
            </a:r>
          </a:p>
          <a:p>
            <a:pPr algn="ctr"/>
            <a:endParaRPr lang="en-US" sz="4800" dirty="0">
              <a:solidFill>
                <a:schemeClr val="bg1"/>
              </a:solidFill>
              <a:latin typeface="Bahnschrift SemiBold" panose="020B0502040204020203" pitchFamily="34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90149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n wind turbines be recycled?">
            <a:extLst>
              <a:ext uri="{FF2B5EF4-FFF2-40B4-BE49-F238E27FC236}">
                <a16:creationId xmlns:a16="http://schemas.microsoft.com/office/drawing/2014/main" id="{AFAB4EB7-305F-CA84-F07C-B18B90B41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74074"/>
            <a:ext cx="12192000" cy="8072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9658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50441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</TotalTime>
  <Words>145</Words>
  <Application>Microsoft Office PowerPoint</Application>
  <PresentationFormat>Widescreen</PresentationFormat>
  <Paragraphs>29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Bahnschrift SemiBold</vt:lpstr>
      <vt:lpstr>Segoe UI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Thien Tam</dc:creator>
  <cp:lastModifiedBy>Thien Tam</cp:lastModifiedBy>
  <cp:revision>1</cp:revision>
  <dcterms:created xsi:type="dcterms:W3CDTF">2026-10-13T06:20:00Z</dcterms:created>
  <dcterms:modified xsi:type="dcterms:W3CDTF">2026-10-13T14:06:00Z</dcterms:modified>
</cp:coreProperties>
</file>